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DEC99-5CF5-46CE-B9E6-387885BE2F22}" type="datetimeFigureOut">
              <a:rPr lang="en-GB" smtClean="0"/>
              <a:t>20/05/2021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0DD22-3B04-4850-846F-746C32FB79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2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0DD22-3B04-4850-846F-746C32FB799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26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0F0F8-5D0D-42A4-BEFB-5CF7CAC7798D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F95FB-4C99-4998-BBA7-E9011A45475C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61E87-EB1F-46CC-80E3-4E91C085727E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2ED62-118A-4A36-8933-A949DD2CD490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0C4DA-78D1-43BA-A680-C5B75FA6E4C8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7A00B-82E1-4464-8AC4-B2A81B6819FC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485F-26E4-4B86-96EE-D2060D102158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CA740-C7B7-43A9-AE08-A840F5C45353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779B-D319-4AA3-BAD7-9C9DCC94C13F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00BCA-C816-4AD9-916B-99F5144946B9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80C48-E436-4E6A-B557-3B642D0AD12C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F619-B229-47B7-9E3D-DDF8A0BC0E11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8A0E7-960A-4DEA-BF73-DF17A05AAE4C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7F3AC-6940-4313-B500-0F09C76F91A9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FC730-8FE1-408E-BECA-5721FA6F9B3A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CBC06-D1C5-4AD1-8660-F5FA0AB5CF64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47866-861A-4BFE-9EDB-8B9AEB803AF6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330866" y="1726369"/>
            <a:ext cx="7772400" cy="14006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 smtClean="0">
                <a:latin typeface="Arial" pitchFamily="34" charset="0"/>
                <a:cs typeface="Arial" pitchFamily="34" charset="0"/>
              </a:rPr>
              <a:t>TM471-A</a:t>
            </a:r>
            <a:br>
              <a:rPr lang="en-US" b="1" dirty="0" smtClean="0">
                <a:latin typeface="Arial" pitchFamily="34" charset="0"/>
                <a:cs typeface="Arial" pitchFamily="34" charset="0"/>
              </a:rPr>
            </a:br>
            <a:r>
              <a:rPr lang="en-US" b="1" dirty="0" smtClean="0">
                <a:latin typeface="Arial" pitchFamily="34" charset="0"/>
                <a:cs typeface="Arial" pitchFamily="34" charset="0"/>
              </a:rPr>
              <a:t>Presentation </a:t>
            </a:r>
            <a:endParaRPr lang="ar-KW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8092" y="3413141"/>
            <a:ext cx="9138138" cy="685800"/>
          </a:xfrm>
          <a:prstGeom prst="rect">
            <a:avLst/>
          </a:prstGeom>
        </p:spPr>
        <p:txBody>
          <a:bodyPr vert="horz" lIns="45720" rIns="45720">
            <a:normAutofit/>
          </a:bodyPr>
          <a:lstStyle>
            <a:lvl1pPr marL="0" marR="64008" indent="0" algn="r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defRPr kumimoji="0" sz="27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None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n-US" sz="2400" dirty="0" smtClean="0">
                <a:latin typeface="Arial Black" panose="020B0A04020102020204" pitchFamily="34" charset="0"/>
                <a:cs typeface="Arial" pitchFamily="34" charset="0"/>
              </a:rPr>
              <a:t>Title of the project</a:t>
            </a:r>
            <a:endParaRPr lang="ar-KW" sz="2400" dirty="0">
              <a:latin typeface="Arial Black" panose="020B0A04020102020204" pitchFamily="34" charset="0"/>
              <a:cs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334310"/>
              </p:ext>
            </p:extLst>
          </p:nvPr>
        </p:nvGraphicFramePr>
        <p:xfrm>
          <a:off x="3169066" y="4385058"/>
          <a:ext cx="6096000" cy="2291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86000">
                  <a:extLst>
                    <a:ext uri="{9D8B030D-6E8A-4147-A177-3AD203B41FA5}">
                      <a16:colId xmlns="" xmlns:a16="http://schemas.microsoft.com/office/drawing/2014/main" val="3329721148"/>
                    </a:ext>
                  </a:extLst>
                </a:gridCol>
                <a:gridCol w="3810000">
                  <a:extLst>
                    <a:ext uri="{9D8B030D-6E8A-4147-A177-3AD203B41FA5}">
                      <a16:colId xmlns="" xmlns:a16="http://schemas.microsoft.com/office/drawing/2014/main" val="144619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Student ID </a:t>
                      </a:r>
                    </a:p>
                    <a:p>
                      <a:pPr algn="l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9488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Student Name</a:t>
                      </a:r>
                    </a:p>
                    <a:p>
                      <a:pPr algn="l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8211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Supervisor Name </a:t>
                      </a:r>
                    </a:p>
                    <a:p>
                      <a:pPr algn="l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02813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Date and Time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8785F-7C1B-4B3B-88E5-72D03356C248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96553" y="141293"/>
            <a:ext cx="11912838" cy="14006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Arab Open University</a:t>
            </a:r>
          </a:p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Bahrain Branch</a:t>
            </a:r>
          </a:p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Faculty of Computer Studies </a:t>
            </a:r>
            <a:br>
              <a:rPr lang="en-US" sz="1600" b="1" dirty="0" smtClean="0">
                <a:latin typeface="Arial" pitchFamily="34" charset="0"/>
                <a:cs typeface="Arial" pitchFamily="34" charset="0"/>
              </a:rPr>
            </a:br>
            <a:endParaRPr lang="ar-KW" sz="16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99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72340" y="441533"/>
            <a:ext cx="7772400" cy="14006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mtClean="0">
                <a:latin typeface="Arial" pitchFamily="34" charset="0"/>
                <a:cs typeface="Arial" pitchFamily="34" charset="0"/>
              </a:rPr>
              <a:t>Agenda</a:t>
            </a:r>
            <a:endParaRPr lang="ar-KW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2672340" y="1956274"/>
            <a:ext cx="8000999" cy="430779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Project aims </a:t>
            </a:r>
          </a:p>
          <a:p>
            <a:r>
              <a:rPr lang="en-GB" dirty="0" smtClean="0"/>
              <a:t>Problem definition</a:t>
            </a:r>
          </a:p>
          <a:p>
            <a:r>
              <a:rPr lang="en-GB" dirty="0" smtClean="0"/>
              <a:t>Research findings</a:t>
            </a:r>
          </a:p>
          <a:p>
            <a:r>
              <a:rPr lang="en-GB" dirty="0" smtClean="0"/>
              <a:t>Suggested solution</a:t>
            </a:r>
          </a:p>
          <a:p>
            <a:r>
              <a:rPr lang="en-GB" dirty="0" smtClean="0"/>
              <a:t>Targeted users</a:t>
            </a:r>
          </a:p>
          <a:p>
            <a:r>
              <a:rPr lang="en-GB" dirty="0" smtClean="0"/>
              <a:t>Project plan</a:t>
            </a:r>
          </a:p>
          <a:p>
            <a:r>
              <a:rPr lang="en-GB" dirty="0" smtClean="0"/>
              <a:t>Requirements and Analysis </a:t>
            </a:r>
          </a:p>
          <a:p>
            <a:pPr lvl="1"/>
            <a:r>
              <a:rPr lang="en-GB" dirty="0" smtClean="0">
                <a:solidFill>
                  <a:srgbClr val="FF0000"/>
                </a:solidFill>
              </a:rPr>
              <a:t>FR, NFR, etc.. Diagrams …..[please add names]</a:t>
            </a:r>
          </a:p>
          <a:p>
            <a:r>
              <a:rPr lang="en-GB" dirty="0" smtClean="0"/>
              <a:t>System design</a:t>
            </a:r>
          </a:p>
          <a:p>
            <a:pPr lvl="1"/>
            <a:r>
              <a:rPr lang="en-GB" dirty="0" smtClean="0">
                <a:solidFill>
                  <a:srgbClr val="FF0000"/>
                </a:solidFill>
              </a:rPr>
              <a:t>Development Model, Diagrams </a:t>
            </a:r>
            <a:r>
              <a:rPr lang="en-GB" dirty="0" err="1" smtClean="0">
                <a:solidFill>
                  <a:srgbClr val="FF0000"/>
                </a:solidFill>
              </a:rPr>
              <a:t>etc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GB" dirty="0" smtClean="0"/>
              <a:t>Further </a:t>
            </a:r>
            <a:r>
              <a:rPr lang="en-GB" dirty="0" smtClean="0"/>
              <a:t>work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3FAB8-3BD0-49FF-9F2C-1E66FE77708F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9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23899" y="304800"/>
            <a:ext cx="10889836" cy="1400655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Introduction</a:t>
            </a:r>
            <a:endParaRPr lang="ar-KW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3244194" y="1990458"/>
            <a:ext cx="8000999" cy="3124200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GB" sz="1800" dirty="0" smtClean="0"/>
              <a:t>Write only points</a:t>
            </a:r>
            <a:endParaRPr lang="en-GB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357AA-1DF0-4AF9-B7FA-918EDC24A407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01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76298" y="457200"/>
            <a:ext cx="10686161" cy="1400655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Project Aims</a:t>
            </a:r>
            <a:endParaRPr lang="ar-KW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131675" y="2074491"/>
            <a:ext cx="8000999" cy="3124200"/>
          </a:xfrm>
          <a:prstGeom prst="rect">
            <a:avLst/>
          </a:prstGeom>
        </p:spPr>
        <p:txBody>
          <a:bodyPr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GB" sz="1800" dirty="0" smtClean="0"/>
              <a:t>Write only points</a:t>
            </a:r>
            <a:endParaRPr lang="en-GB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40F7-C61B-4DBE-87A2-B60D6C974630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21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684804" y="1964109"/>
            <a:ext cx="7772400" cy="1400655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Continue.. The slides as per the agenda points </a:t>
            </a:r>
            <a:endParaRPr lang="ar-KW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4391-1C0C-4ACF-AD74-562A88A7038F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73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736078" y="2280303"/>
            <a:ext cx="7772400" cy="2209800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Thank you for listening </a:t>
            </a:r>
          </a:p>
          <a:p>
            <a:pPr algn="ctr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Questions?</a:t>
            </a:r>
            <a:endParaRPr lang="ar-KW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D05EC-87D0-495B-91ED-21D058EF866B}" type="datetime1">
              <a:rPr lang="en-US" smtClean="0"/>
              <a:t>5/20/2021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16092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</TotalTime>
  <Words>97</Words>
  <Application>Microsoft Office PowerPoint</Application>
  <PresentationFormat>Widescreen</PresentationFormat>
  <Paragraphs>42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SANDRA RACHEL ANIL</dc:creator>
  <cp:lastModifiedBy>SANDRA RACHEL ANIL</cp:lastModifiedBy>
  <cp:revision>2</cp:revision>
  <dcterms:created xsi:type="dcterms:W3CDTF">2021-05-20T12:53:17Z</dcterms:created>
  <dcterms:modified xsi:type="dcterms:W3CDTF">2021-05-20T13:05:14Z</dcterms:modified>
</cp:coreProperties>
</file>